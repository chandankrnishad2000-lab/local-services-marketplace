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82296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E40AF"/>
                </a:solidFill>
              </a:rPr>
              <a:t>LocalPulse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828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374151"/>
                </a:solidFill>
              </a:rPr>
              <a:t>A modern local services marketplace for customers, local pros, and admins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377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374151"/>
                </a:solidFill>
              </a:rPr>
              <a:t>Presented by: Chandan Kumar (LPU)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743200"/>
            <a:ext cx="3749039" cy="109728"/>
          </a:xfrm>
          <a:prstGeom prst="rect">
            <a:avLst/>
          </a:prstGeom>
          <a:solidFill>
            <a:srgbClr val="EC5B13"/>
          </a:solidFill>
          <a:ln>
            <a:solidFill>
              <a:srgbClr val="EC5B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12648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374151"/>
                </a:solidFill>
              </a:rPr>
              <a:t>LocalPulse | Local Services Marketplace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40AF"/>
                </a:solidFill>
              </a:rPr>
              <a:t>Project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374151"/>
                </a:solidFill>
              </a:rPr>
              <a:t>This project is designed as a full-stack marketplace experience.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• Connect people who need local services with trusted service providers in their city.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• Support discovery, booking, payments, reviews, and communication in one platform.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• Keep the current app as a demo-friendly marketplace with realistic workflows and dummy integrations.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40AF"/>
                </a:solidFill>
              </a:rPr>
              <a:t>User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C5B13"/>
                </a:solidFill>
              </a:rPr>
              <a:t>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Search and browse listings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Book services and add tips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Leave reviews after service completion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Message the provider through a booking thread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5080" y="123444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C5B13"/>
                </a:solidFill>
              </a:rPr>
              <a:t>Local Pro / 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Local pros create and manage listings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Connect dummy Stripe onboarding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Admins review reports and platform activity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Role-based access controls protect each area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40AF"/>
                </a:solidFill>
              </a:rPr>
              <a:t>Main User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98480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• Customer signs up or logs in using password or OTP.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• Customer browses services by category, city, and price.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• Customer opens a listing and requests a booking.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• Booking is created, payment record is generated, and checkout is simulated.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• Customer and local pro can continue communication and reviews afterward.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40AF"/>
                </a:solidFill>
              </a:rPr>
              <a:t>Core Marketplace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98480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• Homepage with hero, features, services, cities, testimonials, and CTA sections.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• Listing discovery page with filters and detail view.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• Booking flow with booking summary, tip selection, and payment placeholder.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• Profile page, admin moderation page, and local pro dashboard.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• Contact page with email and phone details.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40AF"/>
                </a:solidFill>
              </a:rP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C5B13"/>
                </a:solidFill>
              </a:rPr>
              <a:t>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Next.js App Router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React + TypeScript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Bootstrap + Tailwind styling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Client and server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5080" y="123444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C5B13"/>
                </a:solidFill>
              </a:rP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Plain PHP backend in `backend/`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SQLite database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PHP sessions for auth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Dummy Stripe and OTP flows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40AF"/>
                </a:solidFill>
              </a:rPr>
              <a:t>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98480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• Next.js handles the UI and page routing.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• PHP backend exposes API endpoints for auth, listings, bookings, reviews, messages, and admin reports.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• Frontend fetches PHP API data using shared client/server helpers.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• Old Next.js API and Prisma backend were removed from runtime paths.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• This keeps the stack simple, local, and demo-friendly.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40AF"/>
                </a:solidFill>
              </a:rPr>
              <a:t>Backend API (PHP)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C5B13"/>
                </a:solidFill>
              </a:rPr>
              <a:t>Core Routes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Auth: register, login, logout, me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Listings: list, create, details, update, delete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Bookings: create, list, update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5080" y="123444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C5B13"/>
                </a:solidFill>
              </a:rPr>
              <a:t>Supporting Routes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Messages: thread chat between customer and provider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Reviews: post-review after booking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Reports: admin moderation dashboard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Stripe (dummy): checkout/connect/webhook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OTP (dummy): request/verify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40AF"/>
                </a:solidFill>
              </a:rPr>
              <a:t>Database Schema (SQLite)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374151"/>
                </a:solidFill>
              </a:rPr>
              <a:t>Tables are auto-created by the backend for easy local setup.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• users: accounts with role (CUSTOMER / LOCAL_PRO / ADMIN)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• profiles: basic profile fields (name, phone, etc.)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• listings: service title, description, city, category, price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• bookings: customer ↔ listing, dates/status, tip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• payments: stored payment/checkout metadata (dummy in demo)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• threads + messages: booking chat between users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• reviews: rating + comment linked to booking/listing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• reports: admin-side report records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• otp_codes: temporary OTP codes for demo login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40AF"/>
                </a:solidFill>
              </a:rPr>
              <a:t>Dummy Integrations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98480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• Stripe checkout is simulated instead of using live payment keys.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• OTP requests return the code for easy testing.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• Sessions are handled by PHP cookies.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• The project is intentionally lightweight for presentation and demo use.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40AF"/>
                </a:solidFill>
              </a:rPr>
              <a:t>How To Run (Demo)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374151"/>
                </a:solidFill>
              </a:rPr>
              <a:t>Two-process local setup: Next.js UI + PHP API.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• Start backend: php -S localhost:8000 -t backend/public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• Start frontend: npm run dev (opens http://localhost:3000)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• Register a customer and a local pro.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• Local pro creates a listing.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• Customer books the listing and completes dummy checkout.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• Leave a review and send messages from booking thread.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40AF"/>
                </a:solidFill>
              </a:rPr>
              <a:t>Why This Project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98480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• Solves a real local-services discovery and booking problem.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• Shows role-based product design and marketplace thinking.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• Demonstrates full-stack integration across frontend and backend.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• Is easy to present because the flows are concrete and visually clear.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40AF"/>
                </a:solidFill>
              </a:rP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98480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• Replace dummy Stripe with live payments + refunds + payout tracking.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• Real OTP delivery via SMS/Email and password reset emails.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• Advanced search: category/city filters, sorting, pagination.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• Provider availability calendar and reschedule/cancel rules.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• Notifications: email/SMS/in-app for booking updates.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• Admin tools: user verification, dispute handling, content moderation.</a:t>
            </a:r>
          </a:p>
          <a:p>
            <a:pPr>
              <a:spcAft>
                <a:spcPts val="1000"/>
              </a:spcAft>
              <a:defRPr sz="2000">
                <a:solidFill>
                  <a:srgbClr val="374151"/>
                </a:solidFill>
              </a:defRPr>
            </a:pPr>
            <a:r>
              <a:t>• Performance/security hardening: rate-limits, CSRF strategy, audit logs.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82296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E40AF"/>
                </a:solidFill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828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374151"/>
                </a:solidFill>
              </a:rPr>
              <a:t>LocalPulse — your local services marketplace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377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374151"/>
                </a:solidFill>
              </a:rPr>
              <a:t>Chandan Kumar | LPU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743200"/>
            <a:ext cx="3749039" cy="109728"/>
          </a:xfrm>
          <a:prstGeom prst="rect">
            <a:avLst/>
          </a:prstGeom>
          <a:solidFill>
            <a:srgbClr val="EC5B13"/>
          </a:solidFill>
          <a:ln>
            <a:solidFill>
              <a:srgbClr val="EC5B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12648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374151"/>
                </a:solidFill>
              </a:rPr>
              <a:t>LocalPulse | Local Services Marketplace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